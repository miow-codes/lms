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391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Management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(LMS)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</a:t>
            </a:r>
            <a:r>
              <a:rPr lang="en-US" sz="160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</a:t>
            </a:r>
            <a:r>
              <a:rPr lang="en-US" sz="160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</a:t>
            </a:r>
            <a:r>
              <a:rPr lang="en-US" sz="16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LMS features for teaching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pptx_work/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0703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  •  Moodle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 Learning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pptx_work/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24085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students should be able to: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Navigate basic LMS features.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934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06640" y="24505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  •  Moodle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67512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Teaching-Learning Activities: Exploration, demo.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0" y="39776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6" name="Shape 12"/>
          <p:cNvSpPr/>
          <p:nvPr/>
        </p:nvSpPr>
        <p:spPr>
          <a:xfrm>
            <a:off x="6629400" y="4206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pptx_work/icon_sign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43607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0664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TOOL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06640" y="45994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Quiz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75120" y="5212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 hands-on navigation tasks completed inside the LMS.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6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" y="209105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331720" y="1874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LMS?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1720" y="225856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role of a Learning Management System.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98094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ptx_work/icon_folder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3142610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346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331720" y="2926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331720" y="331012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Google Classroom or Moodle on your own device.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03250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pptx_work/icon_sign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194170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886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331720" y="3977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Demo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2331720" y="436168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walkthrough of core LMS features and navigation.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08406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pptx_work/icon_clipboard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06" y="5245730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937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2331720" y="50292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Quiz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331720" y="541324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short navigation tasks inside the LMS for grading.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6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LMS?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Management System is an online platform where teachers post materials, assignments, and grades — all in one place students can access anytime.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347472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/home/claude/pptx_work/icon_folder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75" y="36649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Readings, slides, and files in one place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33672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A4A66"/>
          </a:solidFill>
          <a:ln/>
        </p:spPr>
      </p:sp>
      <p:sp>
        <p:nvSpPr>
          <p:cNvPr id="11" name="Shape 8"/>
          <p:cNvSpPr/>
          <p:nvPr/>
        </p:nvSpPr>
        <p:spPr>
          <a:xfrm>
            <a:off x="5582412" y="3474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x_work/icon_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607" y="36649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6552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07992" y="4800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submit work directly online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18704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A4A66"/>
          </a:solidFill>
          <a:ln/>
        </p:spPr>
      </p:sp>
      <p:sp>
        <p:nvSpPr>
          <p:cNvPr id="16" name="Shape 12"/>
          <p:cNvSpPr/>
          <p:nvPr/>
        </p:nvSpPr>
        <p:spPr>
          <a:xfrm>
            <a:off x="9267444" y="3474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pptx_work/icon_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7639" y="36649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1584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93024" y="4800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whole class instantly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6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LMS Features to Know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folder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Stream / Materials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files, readings, and announcements are posted for students.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8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Submissions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upload work; teachers track who has and hasn't submitted.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740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 when new content or due dates are posted.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clipboard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882" y="47740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Gradebook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record of scores that both teacher and student can view.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the LMS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and locate your enrolled class or course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stream or materials tab to see posted content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assignment and review its instructions and due date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file or text response through the assignment page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29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gradebook to see feedback and scores received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1965960"/>
            <a:ext cx="3566160" cy="3703320"/>
          </a:xfrm>
          <a:prstGeom prst="roundRect">
            <a:avLst>
              <a:gd name="adj" fmla="val 3590"/>
            </a:avLst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0" descr="/home/claude/pptx_work/icon_sign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430475"/>
            <a:ext cx="351130" cy="3511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2104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34747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'Turn in' and just uploading a file without submitting.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321040" y="4663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unsubmitted file often shows as missing, even if it was uploaded.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Activity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LMS on your own device and find each of these.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ptx_work/icon_sign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29105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and open your enrolled class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folder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29105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materials or stream section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pptx_work/icon_up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473933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an assignment and check its due date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17220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pptx_work/icon_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995" y="473933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notifications or announcements appear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6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PLATFORMS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Classroom vs. Moodle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566160"/>
          </a:xfrm>
          <a:prstGeom prst="roundRect">
            <a:avLst>
              <a:gd name="adj" fmla="val 359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281178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75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97764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lightweight. Integrates directly with Google Docs, Drive, and Gmail.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349240" cy="3566160"/>
          </a:xfrm>
          <a:prstGeom prst="roundRect">
            <a:avLst>
              <a:gd name="adj" fmla="val 3590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852678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work/icon_folder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750" y="2545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33832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20840" y="397764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customizable and feature-rich. Common in universities and larger institutions.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6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Quiz: What's Graded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sign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&amp; Locate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log in and open the correct class or course.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folder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Materials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 specific file or reading posted in the course stream.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up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28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 Assignment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turn in a sample assignment, not just upload a file.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clipboard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7283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Gradebook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feedback or a score for a previously submitted item.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642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LMS centralizes materials, assignments, and grades in one place.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500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to submit correctly matters as much as uploading a file.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358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practical quiz checks hands-on navigation, not just theory.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1737360"/>
            <a:ext cx="3108960" cy="3931920"/>
          </a:xfrm>
          <a:prstGeom prst="roundRect">
            <a:avLst>
              <a:gd name="adj" fmla="val 4118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0" descr="/home/claude/pptx_work/icon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661" y="21323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7824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82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7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778240" y="3520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in Education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78240" y="4434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simple images and videos for teaching (Canva, video editors).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21295C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work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21817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2004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9776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/ EdTech 2  —  Week 6: Learning Management Systems (LMS)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Widescreen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Alan Vergara</cp:lastModifiedBy>
  <cp:revision>2</cp:revision>
  <dcterms:created xsi:type="dcterms:W3CDTF">2026-09-15T05:18:05Z</dcterms:created>
  <dcterms:modified xsi:type="dcterms:W3CDTF">2026-09-21T18:36:59Z</dcterms:modified>
</cp:coreProperties>
</file>
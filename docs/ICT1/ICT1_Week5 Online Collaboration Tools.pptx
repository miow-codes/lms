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0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5731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389120" cy="4389120"/>
          </a:xfrm>
          <a:prstGeom prst="ellipse">
            <a:avLst/>
          </a:prstGeom>
          <a:solidFill>
            <a:srgbClr val="065A82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C7293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8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Collaboration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</a:t>
            </a:r>
            <a:r>
              <a:rPr lang="en-US" sz="160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600" smtClean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Using </a:t>
            </a:r>
            <a:r>
              <a:rPr lang="en-US" sz="16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and cloud tools for education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0" descr="/home/claude/pptx_work/icon_envelo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" y="5070348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5029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 •  Google Drive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FOCUS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5 Learning Outcome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4023360"/>
          </a:xfrm>
          <a:prstGeom prst="roundRect">
            <a:avLst>
              <a:gd name="adj" fmla="val 3409"/>
            </a:avLst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94560"/>
            <a:ext cx="822960" cy="82296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6" name="Image 0" descr="/home/claude/pptx_work/icon_googledr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370" y="24085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today, students should be able to: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3657600"/>
            <a:ext cx="4754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email and cloud tools for education.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6400800" y="1828800"/>
            <a:ext cx="5212080" cy="1874520"/>
          </a:xfrm>
          <a:prstGeom prst="roundRect">
            <a:avLst>
              <a:gd name="adj" fmla="val 5854"/>
            </a:avLst>
          </a:prstGeom>
          <a:solidFill>
            <a:srgbClr val="E8F1F5"/>
          </a:solidFill>
          <a:ln/>
        </p:spPr>
      </p:sp>
      <p:sp>
        <p:nvSpPr>
          <p:cNvPr id="10" name="Shape 7"/>
          <p:cNvSpPr/>
          <p:nvPr/>
        </p:nvSpPr>
        <p:spPr>
          <a:xfrm>
            <a:off x="6629400" y="205740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pptx_work/icon_envelop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3934" y="221193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103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RESOURCES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406640" y="245059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 •  Google Drive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675120" y="30632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Teaching-Learning Activity: Group activity.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0" y="3977640"/>
            <a:ext cx="5212080" cy="1874520"/>
          </a:xfrm>
          <a:prstGeom prst="roundRect">
            <a:avLst>
              <a:gd name="adj" fmla="val 5854"/>
            </a:avLst>
          </a:prstGeom>
          <a:solidFill>
            <a:srgbClr val="E8F1F5"/>
          </a:solidFill>
          <a:ln/>
        </p:spPr>
      </p:sp>
      <p:sp>
        <p:nvSpPr>
          <p:cNvPr id="16" name="Shape 12"/>
          <p:cNvSpPr/>
          <p:nvPr/>
        </p:nvSpPr>
        <p:spPr>
          <a:xfrm>
            <a:off x="6629400" y="420624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2" descr="/home/claude/pptx_work/icon_checksqua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3934" y="4360774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406640" y="4251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TOOL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7406640" y="459943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675120" y="521208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 on completion of each collaboration task during the group activity.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 for Education  |  Week 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SESSION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E8F1F5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9384"/>
            <a:ext cx="621792" cy="62179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pptx_work/icon_envelo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906" y="2091050"/>
            <a:ext cx="298460" cy="298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78308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FD9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2331720" y="187452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Email Basics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331720" y="2258568"/>
            <a:ext cx="9052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clear, professional emails for school communication.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8346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4F9FB"/>
          </a:solidFill>
          <a:ln/>
        </p:spPr>
      </p:sp>
      <p:sp>
        <p:nvSpPr>
          <p:cNvPr id="11" name="Shape 8"/>
          <p:cNvSpPr/>
          <p:nvPr/>
        </p:nvSpPr>
        <p:spPr>
          <a:xfrm>
            <a:off x="777240" y="2980944"/>
            <a:ext cx="621792" cy="62179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/home/claude/pptx_work/icon_googledr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906" y="3142610"/>
            <a:ext cx="298460" cy="298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283464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FD9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2331720" y="292608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&amp; Sharing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2331720" y="3310128"/>
            <a:ext cx="9052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Organizing and sharing files with Google Drive.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388620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E8F1F5"/>
          </a:solidFill>
          <a:ln/>
        </p:spPr>
      </p:sp>
      <p:sp>
        <p:nvSpPr>
          <p:cNvPr id="17" name="Shape 13"/>
          <p:cNvSpPr/>
          <p:nvPr/>
        </p:nvSpPr>
        <p:spPr>
          <a:xfrm>
            <a:off x="777240" y="4032504"/>
            <a:ext cx="621792" cy="62179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2" descr="/home/claude/pptx_work/icon_userfriend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906" y="4194170"/>
            <a:ext cx="298460" cy="2984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00200" y="388620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FD9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2331720" y="397764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Activity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2331720" y="4361688"/>
            <a:ext cx="9052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 on a shared document in real time with classmates.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548640" y="493776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4F9FB"/>
          </a:solidFill>
          <a:ln/>
        </p:spPr>
      </p:sp>
      <p:sp>
        <p:nvSpPr>
          <p:cNvPr id="23" name="Shape 18"/>
          <p:cNvSpPr/>
          <p:nvPr/>
        </p:nvSpPr>
        <p:spPr>
          <a:xfrm>
            <a:off x="777240" y="5084064"/>
            <a:ext cx="621792" cy="62179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4" name="Image 3" descr="/home/claude/pptx_work/icon_checksqua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906" y="5245730"/>
            <a:ext cx="298460" cy="2984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00200" y="493776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FD9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2331720" y="502920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Assessment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2331720" y="5413248"/>
            <a:ext cx="9052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each collaboration task on the checklist.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 for Education  |  Week 5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These Tools Matter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583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rarely work alone. Email and cloud tools let you communicate with parents, co-plan with colleagues, and share materials instantly.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3429000" cy="2286000"/>
          </a:xfrm>
          <a:prstGeom prst="roundRect">
            <a:avLst>
              <a:gd name="adj" fmla="val 4800"/>
            </a:avLst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1897380" y="3474720"/>
            <a:ext cx="731520" cy="73152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7" name="Image 0" descr="/home/claude/pptx_work/icon_envelo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7575" y="366491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43891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480060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communication with parents and colleagues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33672" y="3200400"/>
            <a:ext cx="3429000" cy="2286000"/>
          </a:xfrm>
          <a:prstGeom prst="roundRect">
            <a:avLst>
              <a:gd name="adj" fmla="val 4800"/>
            </a:avLst>
          </a:prstGeom>
          <a:solidFill>
            <a:srgbClr val="0A4A66"/>
          </a:solidFill>
          <a:ln/>
        </p:spPr>
      </p:sp>
      <p:sp>
        <p:nvSpPr>
          <p:cNvPr id="11" name="Shape 8"/>
          <p:cNvSpPr/>
          <p:nvPr/>
        </p:nvSpPr>
        <p:spPr>
          <a:xfrm>
            <a:off x="5582412" y="34747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/home/claude/pptx_work/icon_googledr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2607" y="366491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16552" y="43891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Drive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07992" y="480060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and share lesson materials anywhere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918704" y="3200400"/>
            <a:ext cx="3429000" cy="2286000"/>
          </a:xfrm>
          <a:prstGeom prst="roundRect">
            <a:avLst>
              <a:gd name="adj" fmla="val 4800"/>
            </a:avLst>
          </a:prstGeom>
          <a:solidFill>
            <a:srgbClr val="0A4A66"/>
          </a:solidFill>
          <a:ln/>
        </p:spPr>
      </p:sp>
      <p:sp>
        <p:nvSpPr>
          <p:cNvPr id="16" name="Shape 12"/>
          <p:cNvSpPr/>
          <p:nvPr/>
        </p:nvSpPr>
        <p:spPr>
          <a:xfrm>
            <a:off x="9267444" y="34747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2" descr="/home/claude/pptx_work/icon_userfriend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7639" y="3664915"/>
            <a:ext cx="351130" cy="35113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101584" y="43891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Docs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193024" y="480060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Co-edit plans and reports in real time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 for Education  |  Week 5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TOOL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Professional Email Basics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E8F1F5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46888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pptx_work/icon_envelo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322" y="267096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221992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Subject Lines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737360" y="265176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purpose so the reader knows what to expect before opening.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196596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E8F1F5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0" y="246888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pptx_work/icon_comme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2882" y="267096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221992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Tone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360920" y="265176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greeting, complete sentences, and a polite closing — even for quick notes.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06908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E8F1F5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457200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/home/claude/pptx_work/icon_papercl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322" y="4774082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325112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737360" y="475488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Double-check files are attached and named clearly before sending.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72200" y="406908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E8F1F5"/>
          </a:solidFill>
          <a:ln/>
        </p:spPr>
      </p:sp>
      <p:sp>
        <p:nvSpPr>
          <p:cNvPr id="20" name="Shape 15"/>
          <p:cNvSpPr/>
          <p:nvPr/>
        </p:nvSpPr>
        <p:spPr>
          <a:xfrm>
            <a:off x="6400800" y="457200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/home/claude/pptx_work/icon_checksqua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2882" y="4774082"/>
            <a:ext cx="373075" cy="37307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325112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Proofread Before Sending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360920" y="475488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Reread for tone and typos — email represents you professionally.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 for Education  |  Week 5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DEMONSTRATION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Organizing &amp; Sharing with Google Drive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9202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folders by subject or class to keep materials organized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6974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file and rename it using a clear, consistent format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34747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Share and add a colleague's email to grant access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2519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right permission: Viewer, Commenter, or Editor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074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5029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shareable link for quick distribution to a class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046720" y="1965960"/>
            <a:ext cx="3566160" cy="3703320"/>
          </a:xfrm>
          <a:prstGeom prst="roundRect">
            <a:avLst>
              <a:gd name="adj" fmla="val 3590"/>
            </a:avLst>
          </a:prstGeom>
          <a:solidFill>
            <a:srgbClr val="21295C"/>
          </a:solidFill>
          <a:ln/>
        </p:spPr>
      </p:sp>
      <p:sp>
        <p:nvSpPr>
          <p:cNvPr id="20" name="Shape 18"/>
          <p:cNvSpPr/>
          <p:nvPr/>
        </p:nvSpPr>
        <p:spPr>
          <a:xfrm>
            <a:off x="8321040" y="22402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0" descr="/home/claude/pptx_work/icon_googledr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1235" y="2430475"/>
            <a:ext cx="351130" cy="35113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321040" y="31089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8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321040" y="347472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between Viewer, Commenter, and Editor permissions.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321040" y="46634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wrong permission can accidentally let others edit — or block them from viewing at all.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 for Education  |  Week 5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72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Activity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with your group to co-edit a shared document in real time.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492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72034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/home/claude/pptx_work/icon_userfrien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35" y="291053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286000"/>
            <a:ext cx="39776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small groups of 3–4 students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172200" y="2286000"/>
            <a:ext cx="53492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0" y="272034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pptx_work/icon_googledr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0995" y="291053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2286000"/>
            <a:ext cx="39776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one shared document and add every group member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548640" y="4114800"/>
            <a:ext cx="53492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</p:spPr>
      </p:sp>
      <p:sp>
        <p:nvSpPr>
          <p:cNvPr id="14" name="Shape 10"/>
          <p:cNvSpPr/>
          <p:nvPr/>
        </p:nvSpPr>
        <p:spPr>
          <a:xfrm>
            <a:off x="777240" y="454914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2" descr="/home/claude/pptx_work/icon_commen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435" y="4739335"/>
            <a:ext cx="351130" cy="35113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91640" y="4114800"/>
            <a:ext cx="39776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comments to suggest edits without deleting others' work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6172200" y="4114800"/>
            <a:ext cx="53492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</p:spPr>
      </p:sp>
      <p:sp>
        <p:nvSpPr>
          <p:cNvPr id="18" name="Shape 13"/>
          <p:cNvSpPr/>
          <p:nvPr/>
        </p:nvSpPr>
        <p:spPr>
          <a:xfrm>
            <a:off x="6400800" y="454914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9" name="Image 3" descr="/home/claude/pptx_work/icon_envelop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0995" y="4739335"/>
            <a:ext cx="351130" cy="35113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315200" y="4114800"/>
            <a:ext cx="39776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the instructor the shared document link when done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 for Education  |  Week 5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TOGETHER WELL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Etiquette Reminders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3566160"/>
          </a:xfrm>
          <a:prstGeom prst="roundRect">
            <a:avLst>
              <a:gd name="adj" fmla="val 3636"/>
            </a:avLst>
          </a:prstGeom>
          <a:solidFill>
            <a:srgbClr val="E8F1F5"/>
          </a:solidFill>
          <a:ln/>
        </p:spPr>
      </p:sp>
      <p:sp>
        <p:nvSpPr>
          <p:cNvPr id="5" name="Shape 3"/>
          <p:cNvSpPr/>
          <p:nvPr/>
        </p:nvSpPr>
        <p:spPr>
          <a:xfrm>
            <a:off x="1897380" y="23317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pptx_work/icon_com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1350" y="254569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3832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Comment, Don't Overwrite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3977640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changes or leave a comment instead of deleting a teammate's work.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43400" y="1965960"/>
            <a:ext cx="3520440" cy="3566160"/>
          </a:xfrm>
          <a:prstGeom prst="roundRect">
            <a:avLst>
              <a:gd name="adj" fmla="val 3636"/>
            </a:avLst>
          </a:prstGeom>
          <a:solidFill>
            <a:srgbClr val="21295C"/>
          </a:solidFill>
          <a:ln/>
        </p:spPr>
      </p:sp>
      <p:sp>
        <p:nvSpPr>
          <p:cNvPr id="10" name="Shape 7"/>
          <p:cNvSpPr/>
          <p:nvPr/>
        </p:nvSpPr>
        <p:spPr>
          <a:xfrm>
            <a:off x="5692140" y="233172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pptx_work/icon_envelop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6110" y="254569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33832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Promptly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63440" y="3977640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 group emails or messages within a reasonable time.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8160" y="1965960"/>
            <a:ext cx="3520440" cy="3566160"/>
          </a:xfrm>
          <a:prstGeom prst="roundRect">
            <a:avLst>
              <a:gd name="adj" fmla="val 3636"/>
            </a:avLst>
          </a:prstGeom>
          <a:solidFill>
            <a:srgbClr val="E8F1F5"/>
          </a:solidFill>
          <a:ln/>
        </p:spPr>
      </p:sp>
      <p:sp>
        <p:nvSpPr>
          <p:cNvPr id="15" name="Shape 11"/>
          <p:cNvSpPr/>
          <p:nvPr/>
        </p:nvSpPr>
        <p:spPr>
          <a:xfrm>
            <a:off x="9486900" y="23317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/home/claude/pptx_work/icon_checksqua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0870" y="2545690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33832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Contributions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458200" y="3977640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 each member's part when submitting shared work.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 for Education  |  Week 5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ASSESSMENT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Checklist: What's Being Checked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E8F1F5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46888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pptx_work/icon_userfrien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322" y="267096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22199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737360" y="265176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group member actively contributed to the shared document.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196596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E8F1F5"/>
          </a:solidFill>
          <a:ln/>
        </p:spPr>
      </p:sp>
      <p:sp>
        <p:nvSpPr>
          <p:cNvPr id="10" name="Shape 7"/>
          <p:cNvSpPr/>
          <p:nvPr/>
        </p:nvSpPr>
        <p:spPr>
          <a:xfrm>
            <a:off x="6446520" y="246888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pptx_work/icon_googledr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602" y="267096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22199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Setup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406640" y="265176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was created and shared correctly with the right permissions.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E8F1F5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452628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/home/claude/pptx_work/icon_commen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322" y="4728362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27939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Etiquette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737360" y="470916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and suggestions were used respectfully during editing.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17920" y="402336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E8F1F5"/>
          </a:solidFill>
          <a:ln/>
        </p:spPr>
      </p:sp>
      <p:sp>
        <p:nvSpPr>
          <p:cNvPr id="20" name="Shape 15"/>
          <p:cNvSpPr/>
          <p:nvPr/>
        </p:nvSpPr>
        <p:spPr>
          <a:xfrm>
            <a:off x="6446520" y="452628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/home/claude/pptx_work/icon_envelop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8602" y="4728362"/>
            <a:ext cx="373075" cy="37307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427939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406640" y="470916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document link was emailed to the instructor before class ends.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 for Education  |  Week 5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065A82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 WEEK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66420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email keeps school communication clear and respectful.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23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35000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drives make sharing and co-editing materials fast and organized.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108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303580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group's shared document and checklist are today's graded work.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503920" y="1737360"/>
            <a:ext cx="3108960" cy="3931920"/>
          </a:xfrm>
          <a:prstGeom prst="roundRect">
            <a:avLst>
              <a:gd name="adj" fmla="val 4118"/>
            </a:avLst>
          </a:prstGeom>
          <a:solidFill>
            <a:srgbClr val="1C7293"/>
          </a:solidFill>
          <a:ln/>
        </p:spPr>
      </p:sp>
      <p:sp>
        <p:nvSpPr>
          <p:cNvPr id="15" name="Shape 13"/>
          <p:cNvSpPr/>
          <p:nvPr/>
        </p:nvSpPr>
        <p:spPr>
          <a:xfrm>
            <a:off x="8778240" y="196596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6" name="Image 0" descr="/home/claude/pptx_work/icon_ar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4661" y="2132381"/>
            <a:ext cx="307238" cy="30723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778240" y="2697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778240" y="3017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6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778240" y="35204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Management Systems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778240" y="44348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Navigating basic LMS features (Google Classroom / Moodle).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 for Education  |  Week 5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1C7293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480560"/>
            <a:ext cx="3291840" cy="3291840"/>
          </a:xfrm>
          <a:prstGeom prst="ellipse">
            <a:avLst/>
          </a:prstGeom>
          <a:solidFill>
            <a:srgbClr val="21295C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91556" y="192024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pptx_work/icon_ques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3074" y="2181758"/>
            <a:ext cx="482803" cy="482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3200400"/>
            <a:ext cx="94457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1371600" y="397764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 / EdTech 2  —  Week 5: Online Collaboration Tools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650</Words>
  <Application>Microsoft Office PowerPoint</Application>
  <PresentationFormat>Widescreen</PresentationFormat>
  <Paragraphs>131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Alan Vergara</cp:lastModifiedBy>
  <cp:revision>2</cp:revision>
  <dcterms:created xsi:type="dcterms:W3CDTF">2026-09-15T04:51:42Z</dcterms:created>
  <dcterms:modified xsi:type="dcterms:W3CDTF">2026-09-21T18:36:40Z</dcterms:modified>
</cp:coreProperties>
</file>
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24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60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Creating grade sheets and charts for classroom use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file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 •  Google Sheets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simple grade sheets and charts.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file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 •  Google Sheets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Activity: Hands-on activity.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Task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the completed grade sheet and chart built in class.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Basics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Cells, rows, columns, and sheets — the building blocks.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&amp; Functions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SUM, AVERAGE, and simple formulas for grading.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 grade sheet and turn it into a chart.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s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Task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completed grade sheet and chart for assessment.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 Basics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organizes information into a grid so it can be calculated, sorted, and visualized quickly.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3291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pptx_work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34820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box where data or a formula lives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30175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1" name="Shape 8"/>
          <p:cNvSpPr/>
          <p:nvPr/>
        </p:nvSpPr>
        <p:spPr>
          <a:xfrm>
            <a:off x="5582412" y="3291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icon_s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34820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Column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run across; columns run down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301752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6" name="Shape 12"/>
          <p:cNvSpPr/>
          <p:nvPr/>
        </p:nvSpPr>
        <p:spPr>
          <a:xfrm>
            <a:off x="9267444" y="3291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icon_fileex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639" y="348203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206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93024" y="461772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grid of cells within a workbook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&amp; Functions for Grading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scores across an assignment or a whole quarter.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 student's overall grade from multiple scores.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s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students by name, score, or ranking instantly.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only the rows you need — e.g. students below passing.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Class Grade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headers: student name, then one column per assignment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raw scores for each student and assignment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Total column using =SUM() across each row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Average column using =AVERAGE() for the term grade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headers in bold and freeze the top row for easy scrolling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file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dragging the fill handle copies a formula down the column automatically.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retyping the same formula for every student.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Activity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and build your own grade sheet with a chart as we 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file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spreadsheet in Excel or Google Sheets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columns for name, scores, total, and average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calcul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SUM and AVERAGE formulas to your rows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data and insert a bar or column chart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hart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comparing scores across students or assignments.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tracking a student's progress across the term.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hart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showing proportions, like a grade distribution.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Task: What to Submit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grade sheet for a sample class, built during class today.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 Total and Average columns using formulas, not manual math.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visualizing the class's scores or grade distribution.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sheet link or upload the file through the LMS before class ends.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organize data into cells, rows, and columns.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like SUM and AVERAGE automate grading calculations.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grade sheet and chart are this week's graded task.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Tools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instructional presentations (PowerPoint / Google Slides).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400" dirty="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EdTech 2  —  Week 3: Spreadsheet Applications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Widescreen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3</cp:revision>
  <dcterms:created xsi:type="dcterms:W3CDTF">2026-09-14T20:51:34Z</dcterms:created>
  <dcterms:modified xsi:type="dcterms:W3CDTF">2026-09-21T18:35:35Z</dcterms:modified>
</cp:coreProperties>
</file>
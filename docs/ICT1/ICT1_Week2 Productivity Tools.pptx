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0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7357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463040"/>
            <a:ext cx="4389120" cy="4389120"/>
          </a:xfrm>
          <a:prstGeom prst="ellipse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C7293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8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8686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Productivity Tools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Education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685800" cy="6858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/home/claude/pptx_work/icon_filewo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5070348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5029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Word  •  Google Docs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FOCUS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 Learning Outcome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486400" cy="4023360"/>
          </a:xfrm>
          <a:prstGeom prst="roundRect">
            <a:avLst>
              <a:gd name="adj" fmla="val 3409"/>
            </a:avLst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94560"/>
            <a:ext cx="822960" cy="8229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6" name="Image 0" descr="/home/claude/pptx_work/icon_e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370" y="24085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today, students should be able to: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365760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word processing software effectively for lesson plans.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400800" y="1828800"/>
            <a:ext cx="5212080" cy="1874520"/>
          </a:xfrm>
          <a:prstGeom prst="roundRect">
            <a:avLst>
              <a:gd name="adj" fmla="val 5854"/>
            </a:avLst>
          </a:prstGeom>
          <a:solidFill>
            <a:srgbClr val="E8F1F5"/>
          </a:solidFill>
          <a:ln/>
        </p:spPr>
      </p:sp>
      <p:sp>
        <p:nvSpPr>
          <p:cNvPr id="10" name="Shape 7"/>
          <p:cNvSpPr/>
          <p:nvPr/>
        </p:nvSpPr>
        <p:spPr>
          <a:xfrm>
            <a:off x="6629400" y="20574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pptx_work/icon_filewo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934" y="221193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1031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RESOURCES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406640" y="245059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Word  •  Google Docs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675120" y="30632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Teaching-Learning Activities: Demonstration, guided practice.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400800" y="3977640"/>
            <a:ext cx="5212080" cy="1874520"/>
          </a:xfrm>
          <a:prstGeom prst="roundRect">
            <a:avLst>
              <a:gd name="adj" fmla="val 5854"/>
            </a:avLst>
          </a:prstGeom>
          <a:solidFill>
            <a:srgbClr val="E8F1F5"/>
          </a:solidFill>
          <a:ln/>
        </p:spPr>
      </p:sp>
      <p:sp>
        <p:nvSpPr>
          <p:cNvPr id="16" name="Shape 12"/>
          <p:cNvSpPr/>
          <p:nvPr/>
        </p:nvSpPr>
        <p:spPr>
          <a:xfrm>
            <a:off x="6629400" y="420624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2" descr="/home/claude/pptx_work/icon_task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3934" y="436077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406640" y="42519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TOOL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7406640" y="4599432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Output-Based Activity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675120" y="521208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Graded on the completed lesson plan document produced in class.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SESSION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E8F1F5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9384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pptx_work/icon_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906" y="2091050"/>
            <a:ext cx="298460" cy="298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8308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FD9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331720" y="187452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Productivity Software?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331720" y="2258568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intro to tools that support teaching tasks.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8346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4F9FB"/>
          </a:solidFill>
          <a:ln/>
        </p:spPr>
      </p:sp>
      <p:sp>
        <p:nvSpPr>
          <p:cNvPr id="11" name="Shape 8"/>
          <p:cNvSpPr/>
          <p:nvPr/>
        </p:nvSpPr>
        <p:spPr>
          <a:xfrm>
            <a:off x="777240" y="2980944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/home/claude/pptx_work/icon_filewo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8906" y="3142610"/>
            <a:ext cx="298460" cy="2984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283464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FD9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2331720" y="29260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Processing Demo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2331720" y="3310128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walkthrough of building a lesson plan in Word/Docs.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38862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E8F1F5"/>
          </a:solidFill>
          <a:ln/>
        </p:spPr>
      </p:sp>
      <p:sp>
        <p:nvSpPr>
          <p:cNvPr id="17" name="Shape 13"/>
          <p:cNvSpPr/>
          <p:nvPr/>
        </p:nvSpPr>
        <p:spPr>
          <a:xfrm>
            <a:off x="777240" y="4032504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/home/claude/pptx_work/icon_ed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8906" y="4194170"/>
            <a:ext cx="298460" cy="2984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388620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FD9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2331720" y="39776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2331720" y="4361688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create their own lesson plan document, step by step.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48640" y="49377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4F9FB"/>
          </a:solidFill>
          <a:ln/>
        </p:spPr>
      </p:sp>
      <p:sp>
        <p:nvSpPr>
          <p:cNvPr id="23" name="Shape 18"/>
          <p:cNvSpPr/>
          <p:nvPr/>
        </p:nvSpPr>
        <p:spPr>
          <a:xfrm>
            <a:off x="777240" y="5084064"/>
            <a:ext cx="621792" cy="62179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4" name="Image 3" descr="/home/claude/pptx_work/icon_task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8906" y="5245730"/>
            <a:ext cx="298460" cy="2984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00200" y="4937760"/>
            <a:ext cx="640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FD9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2331720" y="502920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Output-Based Activity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2331720" y="5413248"/>
            <a:ext cx="90525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completed lesson plan for assessment.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2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Productivity Software?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designed to help you create, organize, and manage everyday teaching tasks — faster and more consistently than by hand.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1C7293"/>
          </a:solidFill>
          <a:ln/>
        </p:spPr>
      </p:sp>
      <p:sp>
        <p:nvSpPr>
          <p:cNvPr id="6" name="Shape 4"/>
          <p:cNvSpPr/>
          <p:nvPr/>
        </p:nvSpPr>
        <p:spPr>
          <a:xfrm>
            <a:off x="1897380" y="338328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7" name="Image 0" descr="/home/claude/pptx_work/icon_filewo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7575" y="357347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42976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Processors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470916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plans, letters, worksheets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33672" y="310896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0A4A66"/>
          </a:solidFill>
          <a:ln/>
        </p:spPr>
      </p:sp>
      <p:sp>
        <p:nvSpPr>
          <p:cNvPr id="11" name="Shape 8"/>
          <p:cNvSpPr/>
          <p:nvPr/>
        </p:nvSpPr>
        <p:spPr>
          <a:xfrm>
            <a:off x="5582412" y="33832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/home/claude/pptx_work/icon_clipboardl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2607" y="357347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16552" y="42976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07992" y="470916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sheets, records, charts (Week 3)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7918704" y="3108960"/>
            <a:ext cx="3429000" cy="2286000"/>
          </a:xfrm>
          <a:prstGeom prst="roundRect">
            <a:avLst>
              <a:gd name="adj" fmla="val 4800"/>
            </a:avLst>
          </a:prstGeom>
          <a:solidFill>
            <a:srgbClr val="0A4A66"/>
          </a:solidFill>
          <a:ln/>
        </p:spPr>
      </p:sp>
      <p:sp>
        <p:nvSpPr>
          <p:cNvPr id="16" name="Shape 12"/>
          <p:cNvSpPr/>
          <p:nvPr/>
        </p:nvSpPr>
        <p:spPr>
          <a:xfrm>
            <a:off x="9267444" y="33832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7" name="Image 2" descr="/home/claude/pptx_work/icon_c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7639" y="3573475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01584" y="42976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Tools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193024" y="4709160"/>
            <a:ext cx="28803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decks for instruction (Week 4)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2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TOOL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 Processing in the Classroom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E8F1F5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4688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pptx_work/icon_alig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322" y="267096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22199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 &amp; Layout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37360" y="265176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Headings, spacing, and tables keep lesson plans readable and consistent.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96596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E8F1F5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0" y="24688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pptx_work/icon_sa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2882" y="267096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22199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360920" y="265176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lesson plan templates save prep time every week.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06908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E8F1F5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57200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pptx_work/icon_clou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322" y="477408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32511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Storage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737360" y="475488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Docs autosaves and syncs across devices, so work is never lost.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2200" y="4069080"/>
            <a:ext cx="5349240" cy="1874520"/>
          </a:xfrm>
          <a:prstGeom prst="roundRect">
            <a:avLst>
              <a:gd name="adj" fmla="val 5854"/>
            </a:avLst>
          </a:prstGeom>
          <a:solidFill>
            <a:srgbClr val="E8F1F5"/>
          </a:solidFill>
          <a:ln/>
        </p:spPr>
      </p:sp>
      <p:sp>
        <p:nvSpPr>
          <p:cNvPr id="20" name="Shape 15"/>
          <p:cNvSpPr/>
          <p:nvPr/>
        </p:nvSpPr>
        <p:spPr>
          <a:xfrm>
            <a:off x="6400800" y="457200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/home/claude/pptx_work/icon_sha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2882" y="4774082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325112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Sharing &amp; Collaboration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360920" y="475488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Co-plan with colleagues and receive feedback through comments.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2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DEMONSTRATION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Lesson Plan Document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9202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Header: subject, grade level, date, and duration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69748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 stated clearly and measurably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48640" y="35204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520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4747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and resources needed for the lesson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548640" y="42976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425196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Procedure: introduction, activities, and closure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074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5029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Assessment: how student learning will be checked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046720" y="1965960"/>
            <a:ext cx="3566160" cy="3703320"/>
          </a:xfrm>
          <a:prstGeom prst="roundRect">
            <a:avLst>
              <a:gd name="adj" fmla="val 3590"/>
            </a:avLst>
          </a:prstGeom>
          <a:solidFill>
            <a:srgbClr val="21295C"/>
          </a:solidFill>
          <a:ln/>
        </p:spPr>
      </p:sp>
      <p:sp>
        <p:nvSpPr>
          <p:cNvPr id="20" name="Shape 18"/>
          <p:cNvSpPr/>
          <p:nvPr/>
        </p:nvSpPr>
        <p:spPr>
          <a:xfrm>
            <a:off x="8321040" y="22402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0" descr="/home/claude/pptx_work/icon_filewo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1235" y="2430475"/>
            <a:ext cx="351130" cy="35113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321040" y="31089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8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321040" y="347472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instructor uses Styles (Heading 1/2) instead of manually bolding and resizing text.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8321040" y="46634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keeps the document consistent and makes a table of contents possible later.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2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729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TURN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Guided Practice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along and build your own one-page lesson plan as we go.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49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7203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/home/claude/pptx_work/icon_filewo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35" y="291053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286000"/>
            <a:ext cx="39776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new document in Word or Google Docs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172200" y="2286000"/>
            <a:ext cx="5349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0" y="27203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pptx_work/icon_alig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0995" y="291053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2286000"/>
            <a:ext cx="39776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Heading styles to your section titles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548640" y="4114800"/>
            <a:ext cx="5349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777240" y="45491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5" name="Image 2" descr="/home/claude/pptx_work/icon_ed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435" y="4739335"/>
            <a:ext cx="351130" cy="35113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91640" y="4114800"/>
            <a:ext cx="39776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objectives, materials, and procedure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6172200" y="4114800"/>
            <a:ext cx="53492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/>
        </p:spPr>
      </p:sp>
      <p:sp>
        <p:nvSpPr>
          <p:cNvPr id="18" name="Shape 13"/>
          <p:cNvSpPr/>
          <p:nvPr/>
        </p:nvSpPr>
        <p:spPr>
          <a:xfrm>
            <a:off x="6400800" y="4549140"/>
            <a:ext cx="731520" cy="7315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9" name="Image 3" descr="/home/claude/pptx_work/icon_sav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0995" y="4739335"/>
            <a:ext cx="351130" cy="35113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315200" y="4114800"/>
            <a:ext cx="39776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or rename your file using the class naming format</a:t>
            </a:r>
            <a:endParaRPr lang="en-US" sz="1450" dirty="0"/>
          </a:p>
        </p:txBody>
      </p:sp>
      <p:sp>
        <p:nvSpPr>
          <p:cNvPr id="21" name="Text 15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2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SMARTER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Tips &amp; Best Practices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20440" cy="3566160"/>
          </a:xfrm>
          <a:prstGeom prst="roundRect">
            <a:avLst>
              <a:gd name="adj" fmla="val 3636"/>
            </a:avLst>
          </a:prstGeom>
          <a:solidFill>
            <a:srgbClr val="E8F1F5"/>
          </a:solidFill>
          <a:ln/>
        </p:spPr>
      </p:sp>
      <p:sp>
        <p:nvSpPr>
          <p:cNvPr id="5" name="Shape 3"/>
          <p:cNvSpPr/>
          <p:nvPr/>
        </p:nvSpPr>
        <p:spPr>
          <a:xfrm>
            <a:off x="1897380" y="23317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pptx_work/icon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1350" y="254569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3832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Template Once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397764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one lesson plan template and reuse it all term — don't start from a blank page each time.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43400" y="1965960"/>
            <a:ext cx="3520440" cy="3566160"/>
          </a:xfrm>
          <a:prstGeom prst="roundRect">
            <a:avLst>
              <a:gd name="adj" fmla="val 3636"/>
            </a:avLst>
          </a:prstGeom>
          <a:solidFill>
            <a:srgbClr val="21295C"/>
          </a:solidFill>
          <a:ln/>
        </p:spPr>
      </p:sp>
      <p:sp>
        <p:nvSpPr>
          <p:cNvPr id="10" name="Shape 7"/>
          <p:cNvSpPr/>
          <p:nvPr/>
        </p:nvSpPr>
        <p:spPr>
          <a:xfrm>
            <a:off x="5692140" y="233172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pptx_work/icon_clou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6110" y="254569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3832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to the Cloud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63440" y="397764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files in Google Drive or OneDrive so nothing is lost if a device fails.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1965960"/>
            <a:ext cx="3520440" cy="3566160"/>
          </a:xfrm>
          <a:prstGeom prst="roundRect">
            <a:avLst>
              <a:gd name="adj" fmla="val 3636"/>
            </a:avLst>
          </a:prstGeom>
          <a:solidFill>
            <a:srgbClr val="E8F1F5"/>
          </a:solidFill>
          <a:ln/>
        </p:spPr>
      </p:sp>
      <p:sp>
        <p:nvSpPr>
          <p:cNvPr id="15" name="Shape 11"/>
          <p:cNvSpPr/>
          <p:nvPr/>
        </p:nvSpPr>
        <p:spPr>
          <a:xfrm>
            <a:off x="9486900" y="233172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pptx_work/icon_sha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0870" y="254569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338328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Comments, Not Edits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458200" y="397764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reviewing a colleague's plan, add comments rather than changing their text directly.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2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ASSESSMENT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Output-Based Activity: What to Submit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E8F1F5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4688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pptx_work/icon_tas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322" y="267096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22199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37360" y="265176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one-page lesson plan created during class, in Word or Google Docs.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17920" y="19659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E8F1F5"/>
          </a:solidFill>
          <a:ln/>
        </p:spPr>
      </p:sp>
      <p:sp>
        <p:nvSpPr>
          <p:cNvPr id="10" name="Shape 7"/>
          <p:cNvSpPr/>
          <p:nvPr/>
        </p:nvSpPr>
        <p:spPr>
          <a:xfrm>
            <a:off x="6446520" y="24688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pptx_work/icon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602" y="2670962"/>
            <a:ext cx="373075" cy="37307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222199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406640" y="265176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include header, objectives, materials, procedure, and assessment sections.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40233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E8F1F5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45262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pptx_work/icon_alig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9322" y="4728362"/>
            <a:ext cx="373075" cy="37307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27939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737360" y="470916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heading styles consistently; no manual bold/resize substitutes.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17920" y="4023360"/>
            <a:ext cx="5394960" cy="1828800"/>
          </a:xfrm>
          <a:prstGeom prst="roundRect">
            <a:avLst>
              <a:gd name="adj" fmla="val 6000"/>
            </a:avLst>
          </a:prstGeom>
          <a:solidFill>
            <a:srgbClr val="E8F1F5"/>
          </a:solidFill>
          <a:ln/>
        </p:spPr>
      </p:sp>
      <p:sp>
        <p:nvSpPr>
          <p:cNvPr id="20" name="Shape 15"/>
          <p:cNvSpPr/>
          <p:nvPr/>
        </p:nvSpPr>
        <p:spPr>
          <a:xfrm>
            <a:off x="6446520" y="45262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/home/claude/pptx_work/icon_sha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8602" y="4728362"/>
            <a:ext cx="373075" cy="37307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4279392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406640" y="470916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the document link or upload the file through the LMS before class ends.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2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065A82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D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WRAPPING UP WEEK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66420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processors help you plan, format, and organize lessons efficiently.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231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35000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and cloud storage save time and protect your work.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108960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08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03580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finished lesson plan is this week's graded output.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503920" y="1737360"/>
            <a:ext cx="3108960" cy="3931920"/>
          </a:xfrm>
          <a:prstGeom prst="roundRect">
            <a:avLst>
              <a:gd name="adj" fmla="val 4118"/>
            </a:avLst>
          </a:prstGeom>
          <a:solidFill>
            <a:srgbClr val="1C7293"/>
          </a:solidFill>
          <a:ln/>
        </p:spPr>
      </p:sp>
      <p:sp>
        <p:nvSpPr>
          <p:cNvPr id="15" name="Shape 13"/>
          <p:cNvSpPr/>
          <p:nvPr/>
        </p:nvSpPr>
        <p:spPr>
          <a:xfrm>
            <a:off x="8778240" y="196596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6" name="Image 0" descr="/home/claude/pptx_work/icon_ar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4661" y="2132381"/>
            <a:ext cx="307238" cy="30723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778240" y="2697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WEEK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778240" y="30175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8778240" y="35204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 Applications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778240" y="443484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simple grade sheets and charts (MS Excel / Google Sheets).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2 for Education  |  Week 2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902952" y="647395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1C7293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480560"/>
            <a:ext cx="3291840" cy="3291840"/>
          </a:xfrm>
          <a:prstGeom prst="ellipse">
            <a:avLst/>
          </a:prstGeom>
          <a:solidFill>
            <a:srgbClr val="21295C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591556" y="1920240"/>
            <a:ext cx="1005840" cy="10058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pptx_work/icon_qu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3074" y="2181758"/>
            <a:ext cx="482803" cy="48280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3200400"/>
            <a:ext cx="94457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1371600" y="397764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</a:t>
            </a:r>
            <a:r>
              <a:rPr lang="en-US" sz="1400" dirty="0" smtClean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</a:t>
            </a:r>
            <a:r>
              <a:rPr lang="en-US" sz="14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EdTech 2  —  Week 2: Productivity Tools in Education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683</Words>
  <Application>Microsoft Office PowerPoint</Application>
  <PresentationFormat>Widescreen</PresentationFormat>
  <Paragraphs>130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Alan Vergara</cp:lastModifiedBy>
  <cp:revision>3</cp:revision>
  <dcterms:created xsi:type="dcterms:W3CDTF">2026-09-14T20:36:49Z</dcterms:created>
  <dcterms:modified xsi:type="dcterms:W3CDTF">2026-09-21T18:34:52Z</dcterms:modified>
</cp:coreProperties>
</file>
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0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instructional presentations that teach clearly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work/icon_chal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0703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 •  Google Slides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Learning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ptx_work/icon_pal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should be able to: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instructional presentations that support teaching.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4505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 •  Google Slides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Activities: Demonstration, practice.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3977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x_work/icon_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0664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Rubric-Based Output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the instructional slide deck created in class.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th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0910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31720" y="1874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Good Slide Design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585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slide clear versus cluttered.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8094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work/icon_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1426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317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builds a short instructional deck live.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3250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pptx_work/icon_pal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194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86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331720" y="3977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3616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design their own instructional slides.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pptx_work/icon_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331720" y="5029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Rubric-Based Output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4132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short deck for rubric-based grading.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Slide Design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slide helps students absorb ideas. A cluttered one competes with your voice instead of supporting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914400"/>
            <a:ext cx="4572000" cy="2331720"/>
          </a:xfrm>
          <a:prstGeom prst="roundRect">
            <a:avLst>
              <a:gd name="adj" fmla="val 4706"/>
            </a:avLst>
          </a:prstGeom>
          <a:solidFill>
            <a:srgbClr val="0A4A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SLIDE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46304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paragraphs, tiny text, five colors, and a busy background — students read instead of listen.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3429000"/>
            <a:ext cx="4572000" cy="260604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SLIDE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39776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a short phrase, and a supporting image — students listen while the slide reinforces the point.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pptx_work/icon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98678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3886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slides as visual support for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teaching, not a script to read aloud.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Good Slide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th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Slide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should make a single clear point, not several at once.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&amp; Font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palette and one or two fonts, and use them throughout.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ima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74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Visuals, Not Walls of Text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icons, and diagrams communicate faster than paragraphs.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82" y="4774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subpoints, and body text should be sized to show what matters most.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Instructional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layout: title-only, title-and-content, or two-column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short, specific title stating the slide's one idea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supporting image, icon, or simple chart — not decoration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text to keywords or short phrases, not full sentences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theme and fonts across every slide in the deck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370332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/home/claude/pptx_work/icon_chal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3047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instructor uses the Slide Master to update fonts and colors across the whole deck at once.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4663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every slide consistent without editing each one by hand.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Practice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and design a short instructional deck as we 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work/icon_chal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9105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presentation in PowerPoint or Google Slides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th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9105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simple theme and apply it to all slides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work/icon_pal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7393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3–5 slides, one idea per slide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/icon_ima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47393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image or icon per content slide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TO A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moving between slides so transitions feel natural, not rushed.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the Class, Not the Screen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slide as a prompt for you — don't turn your back to read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ima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 Visuals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a moment to look at a chart or image before you speak over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Rubric-Based Output: What's Graded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3–5 slide instructional deck on a topic of your choice, built in class.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th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theme, readable fonts, and one clear idea per slide.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ima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relevant image, icon, or chart on each content slide.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deck link or upload the file through the LMS before class ends.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WEEK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slides support your teaching — they don't replace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consistent design, and real visuals beat text-heavy slides.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instructional deck is this week's rubric-graded output.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931920"/>
          </a:xfrm>
          <a:prstGeom prst="roundRect">
            <a:avLst>
              <a:gd name="adj" fmla="val 411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/home/claude/pptx_work/icon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61" y="2132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782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782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Collaboration Tools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email and cloud tools for education (Gmail, Google Drive).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400" dirty="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EdTech 2  —  Week 4: Presentation Tools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Vergara</cp:lastModifiedBy>
  <cp:revision>3</cp:revision>
  <dcterms:created xsi:type="dcterms:W3CDTF">2026-09-14T21:00:03Z</dcterms:created>
  <dcterms:modified xsi:type="dcterms:W3CDTF">2026-09-21T18:36:09Z</dcterms:modified>
</cp:coreProperties>
</file>
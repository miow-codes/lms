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991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Multimedia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Education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</a:t>
            </a:r>
            <a:r>
              <a:rPr lang="en-US" sz="1600" smtClean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1600" smtClean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Creating </a:t>
            </a:r>
            <a:r>
              <a:rPr lang="en-US" sz="16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images and videos for teaching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pptx_work/icon_ma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50703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 •  Basic Video Editors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FOCUS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7 Learning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pptx_work/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24085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students should be able to: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simple images and videos for teaching.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057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mag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22119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06640" y="24505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 •  Basic Video Editors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675120" y="3063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Teaching-Learning Activity: Workshop.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0" y="397764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6" name="Shape 12"/>
          <p:cNvSpPr/>
          <p:nvPr/>
        </p:nvSpPr>
        <p:spPr>
          <a:xfrm>
            <a:off x="6629400" y="4206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pptx_work/icon_c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934" y="43607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0664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TOOL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406640" y="45994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Rubric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675120" y="5212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on the image and video created during the workshop.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7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6" y="2091050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331720" y="1874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in Teaching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31720" y="225856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images and video strengthen instruction.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98094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pptx_work/icon_mag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3142610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8346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331720" y="2926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in Canva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331720" y="331012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simple instructional graphic step by step.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03250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pptx_work/icon_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" y="4194170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8862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2331720" y="3977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Video Editing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2331720" y="436168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Trimming clips and adding captions for a short lesson video.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08406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/home/claude/pptx_work/icon_c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06" y="5245730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937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2331720" y="50292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&amp; Project Rubric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2331720" y="541324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submit your own image and video for grading.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7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Multimedia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and short videos help students grasp ideas that are hard to explain in words alone, and keep attention during a lesson.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897380" y="33832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/home/claude/pptx_work/icon_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75" y="35734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297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709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concept visually in one glance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33672" y="31089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0A4A66"/>
          </a:solidFill>
          <a:ln/>
        </p:spPr>
      </p:sp>
      <p:sp>
        <p:nvSpPr>
          <p:cNvPr id="11" name="Shape 8"/>
          <p:cNvSpPr/>
          <p:nvPr/>
        </p:nvSpPr>
        <p:spPr>
          <a:xfrm>
            <a:off x="5582412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ptx_work/icon_fi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607" y="357347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16552" y="4297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Videos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07992" y="4709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process or demonstration in motion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18704" y="31089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0A4A66"/>
          </a:solidFill>
          <a:ln/>
        </p:spPr>
      </p:sp>
      <p:sp>
        <p:nvSpPr>
          <p:cNvPr id="16" name="Shape 12"/>
          <p:cNvSpPr/>
          <p:nvPr/>
        </p:nvSpPr>
        <p:spPr>
          <a:xfrm>
            <a:off x="9267444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pptx_work/icon_mag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7639" y="357347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01584" y="4297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Design Tools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93024" y="4709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experience needed with tools like Canva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7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Instructional Graphics in Canva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ma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ready-made template instead of a blank page.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88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Photos &amp; Icons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651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free images and icons that fit your topic instantly.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720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c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740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&amp; Crop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754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dimensions for posters, slides, or social posts with one click.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5720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downlo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882" y="47740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Share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754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as an image or PDF, or share a link directly with students.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7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Video Editing for a Lesson Clip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 short raw video clip into the editor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the start and end to keep only the relevant part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text caption or title to introduce the topic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simple transition between two clips, if needed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29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final video in a format your LMS accepts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1965960"/>
            <a:ext cx="3566160" cy="3703320"/>
          </a:xfrm>
          <a:prstGeom prst="roundRect">
            <a:avLst>
              <a:gd name="adj" fmla="val 3590"/>
            </a:avLst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0" descr="/home/claude/pptx_work/icon_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430475"/>
            <a:ext cx="351130" cy="35113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2104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3474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keeping clips short (under 3 minutes) holds student attention better than one long recording.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321040" y="4754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also help students who are reviewing without sound.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7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instructional image and short video during class.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203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ptx_work/icon_ma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29105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860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one instructional graphic in Canva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7203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95" y="29105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2860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relevant icons or images to support your topic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5491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pptx_work/icon_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" y="473933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1148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or import a short video clip on the same topic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172200" y="41148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0" y="45491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pptx_work/icon_downlo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995" y="4739335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41148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both files and prepare them for submission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7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SMARTER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for Effective Multimedia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50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message per image — avoid cramming in too much text or detail.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_work/icon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110" y="25456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Videos Short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under 3–5 minutes so students stay focused from start to finish.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48690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down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870" y="25456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File Size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large videos or images so they upload and load quickly.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7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Rubric: What's Graded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instructional graphic created in Canva, relevant to your topic.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21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edited video clip with a title or caption, under 3 minutes.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26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c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283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79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7091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editing — trimmed clips, readable text, and no clutter.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526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downlo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602" y="47283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79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0" y="47091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files exported and shared through the LMS before class ends.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7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 WEEK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642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and short videos help explain ideas words alone can't.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500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tools like Canva make design accessible with no experience.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0358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finished image and video are this week's rubric-graded project.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1737360"/>
            <a:ext cx="3108960" cy="3931920"/>
          </a:xfrm>
          <a:prstGeom prst="roundRect">
            <a:avLst>
              <a:gd name="adj" fmla="val 4118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19659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0" descr="/home/claude/pptx_work/icon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661" y="2132381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77824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782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778240" y="3520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Examination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78240" y="4434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and practical exam covering Weeks 1–7.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21295C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work/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74" y="21817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2004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71600" y="39776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/ EdTech 2  —  Week 7: Multimedia in Education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674</Words>
  <Application>Microsoft Office PowerPoint</Application>
  <PresentationFormat>Widescreen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Alan Vergara</cp:lastModifiedBy>
  <cp:revision>3</cp:revision>
  <dcterms:created xsi:type="dcterms:W3CDTF">2026-09-15T05:26:04Z</dcterms:created>
  <dcterms:modified xsi:type="dcterms:W3CDTF">2026-09-21T18:37:16Z</dcterms:modified>
</cp:coreProperties>
</file>